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ICNetExtractor - Inference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Metal Line and Via Detection with CSF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configs/ - YAML configuration files</a:t>
            </a:r>
          </a:p>
          <a:p>
            <a:r>
              <a:t>• data/ - Raw images and output results</a:t>
            </a:r>
          </a:p>
          <a:p>
            <a:r>
              <a:t>• models/ - Deep learning models</a:t>
            </a:r>
          </a:p>
          <a:p>
            <a:r>
              <a:t>• src/inference/ - Main inference logic</a:t>
            </a:r>
          </a:p>
          <a:p>
            <a:r>
              <a:t>• run.py - Main entry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metal layer images (M0–M4)</a:t>
            </a:r>
          </a:p>
          <a:p>
            <a:r>
              <a:t>2. Segment metal lines using thresholding and skeletonization</a:t>
            </a:r>
          </a:p>
          <a:p>
            <a:r>
              <a:t>3. Classify connected components: simple vs complex</a:t>
            </a:r>
          </a:p>
          <a:p>
            <a:r>
              <a:t>4. Extract vertical and horizontal lines</a:t>
            </a:r>
          </a:p>
          <a:p>
            <a:r>
              <a:t>5. Detect vias and refine positions</a:t>
            </a:r>
          </a:p>
          <a:p>
            <a:r>
              <a:t>6. Generate CSF netline and joint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threshold: Thresholding intensity for segmentation</a:t>
            </a:r>
          </a:p>
          <a:p>
            <a:r>
              <a:t>• grouping:</a:t>
            </a:r>
          </a:p>
          <a:p>
            <a:r>
              <a:t>  - eps_primary, eps_secondary: DBSCAN clustering distances</a:t>
            </a:r>
          </a:p>
          <a:p>
            <a:r>
              <a:t>  - min_samples: Minimum cluster size</a:t>
            </a:r>
          </a:p>
          <a:p>
            <a:r>
              <a:t>• via_detection:</a:t>
            </a:r>
          </a:p>
          <a:p>
            <a:r>
              <a:t>  - threshold_percentage: For via intensity threshold</a:t>
            </a:r>
          </a:p>
          <a:p>
            <a:r>
              <a:t>  - contour_size: Max via contour perimeter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Ensure Python 3.10 and dependencies installed</a:t>
            </a:r>
          </a:p>
          <a:p>
            <a:r>
              <a:t>2. Set input images in configs/paths.yaml</a:t>
            </a:r>
          </a:p>
          <a:p>
            <a:r>
              <a:t>3. Set params in configs/inference.yaml</a:t>
            </a:r>
          </a:p>
          <a:p>
            <a:r>
              <a:t>4. Run with:</a:t>
            </a:r>
          </a:p>
          <a:p>
            <a:r>
              <a:t>   python run.py infer --config configs/paths.yaml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